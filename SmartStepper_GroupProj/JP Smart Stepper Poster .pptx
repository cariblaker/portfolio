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4"/>
    <p:sldMasterId id="2147483660" r:id="rId5"/>
    <p:sldMasterId id="2147483658" r:id="rId6"/>
    <p:sldMasterId id="2147483662" r:id="rId7"/>
  </p:sldMasterIdLst>
  <p:notesMasterIdLst>
    <p:notesMasterId r:id="rId9"/>
  </p:notesMasterIdLst>
  <p:sldIdLst>
    <p:sldId id="257" r:id="rId8"/>
  </p:sldIdLst>
  <p:sldSz cx="37490400" cy="246888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1pPr>
    <a:lvl2pPr marL="363538" indent="93663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2pPr>
    <a:lvl3pPr marL="728663" indent="185738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3pPr>
    <a:lvl4pPr marL="1093788" indent="277813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4pPr>
    <a:lvl5pPr marL="1457325" indent="371475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3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4">
          <p15:clr>
            <a:srgbClr val="A4A3A4"/>
          </p15:clr>
        </p15:guide>
        <p15:guide id="2" orient="horz" pos="15214">
          <p15:clr>
            <a:srgbClr val="A4A3A4"/>
          </p15:clr>
        </p15:guide>
        <p15:guide id="3" pos="373">
          <p15:clr>
            <a:srgbClr val="A4A3A4"/>
          </p15:clr>
        </p15:guide>
        <p15:guide id="4" pos="5904">
          <p15:clr>
            <a:srgbClr val="A4A3A4"/>
          </p15:clr>
        </p15:guide>
        <p15:guide id="5" pos="17712">
          <p15:clr>
            <a:srgbClr val="A4A3A4"/>
          </p15:clr>
        </p15:guide>
        <p15:guide id="6" pos="23248">
          <p15:clr>
            <a:srgbClr val="A4A3A4"/>
          </p15:clr>
        </p15:guide>
        <p15:guide id="7" pos="118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D1FF"/>
    <a:srgbClr val="FFFFFF"/>
    <a:srgbClr val="003767"/>
    <a:srgbClr val="B2C3D1"/>
    <a:srgbClr val="57AFFF"/>
    <a:srgbClr val="FFD24F"/>
    <a:srgbClr val="000000"/>
    <a:srgbClr val="003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C1DF6-BC1A-607B-EBCA-99BCE2E5CE9B}" v="2" dt="2024-05-28T23:09:16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664"/>
        <p:guide orient="horz" pos="15214"/>
        <p:guide pos="373"/>
        <p:guide pos="5904"/>
        <p:guide pos="17712"/>
        <p:guide pos="23248"/>
        <p:guide pos="11807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198601FD-477C-41B4-A485-AD1AB6B31F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46" tIns="48322" rIns="96646" bIns="48322" numCol="1" anchor="t" anchorCtr="0" compatLnSpc="1">
            <a:prstTxWarp prst="textNoShape">
              <a:avLst/>
            </a:prstTxWarp>
          </a:bodyPr>
          <a:lstStyle>
            <a:lvl1pPr defTabSz="966646" eaLnBrk="1" hangingPunct="1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0EDBECC2-8CB4-4B54-94C8-1D18705B80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68650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46" tIns="48322" rIns="96646" bIns="48322" numCol="1" anchor="t" anchorCtr="0" compatLnSpc="1">
            <a:prstTxWarp prst="textNoShape">
              <a:avLst/>
            </a:prstTxWarp>
          </a:bodyPr>
          <a:lstStyle>
            <a:lvl1pPr algn="r" defTabSz="966646" eaLnBrk="1" hangingPunct="1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5265867A-09B3-4016-A71A-0070B403F82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3925" y="720725"/>
            <a:ext cx="546735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3" name="Rectangle 5">
            <a:extLst>
              <a:ext uri="{FF2B5EF4-FFF2-40B4-BE49-F238E27FC236}">
                <a16:creationId xmlns:a16="http://schemas.microsoft.com/office/drawing/2014/main" id="{93F20935-0815-4879-8E98-7314FAD8630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46" tIns="48322" rIns="96646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>
            <a:extLst>
              <a:ext uri="{FF2B5EF4-FFF2-40B4-BE49-F238E27FC236}">
                <a16:creationId xmlns:a16="http://schemas.microsoft.com/office/drawing/2014/main" id="{43515C00-21E1-44C6-A7B1-CB2BD4F41F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68650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46" tIns="48322" rIns="96646" bIns="48322" numCol="1" anchor="b" anchorCtr="0" compatLnSpc="1">
            <a:prstTxWarp prst="textNoShape">
              <a:avLst/>
            </a:prstTxWarp>
          </a:bodyPr>
          <a:lstStyle>
            <a:lvl1pPr defTabSz="966646" eaLnBrk="1" hangingPunct="1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>
            <a:extLst>
              <a:ext uri="{FF2B5EF4-FFF2-40B4-BE49-F238E27FC236}">
                <a16:creationId xmlns:a16="http://schemas.microsoft.com/office/drawing/2014/main" id="{216A9093-8F4F-45A0-9B38-CD68733A38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68650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46" tIns="48322" rIns="96646" bIns="48322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EBCA0A8-45F6-4FFC-93CC-6C4C5B4F79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363538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728663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093788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457325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1823314" algn="l" defTabSz="364663" rtl="0" eaLnBrk="1" latinLnBrk="0" hangingPunct="1">
      <a:defRPr sz="957" kern="1200">
        <a:solidFill>
          <a:schemeClr val="tx1"/>
        </a:solidFill>
        <a:latin typeface="+mn-lt"/>
        <a:ea typeface="+mn-ea"/>
        <a:cs typeface="+mn-cs"/>
      </a:defRPr>
    </a:lvl6pPr>
    <a:lvl7pPr marL="2187976" algn="l" defTabSz="364663" rtl="0" eaLnBrk="1" latinLnBrk="0" hangingPunct="1">
      <a:defRPr sz="957" kern="1200">
        <a:solidFill>
          <a:schemeClr val="tx1"/>
        </a:solidFill>
        <a:latin typeface="+mn-lt"/>
        <a:ea typeface="+mn-ea"/>
        <a:cs typeface="+mn-cs"/>
      </a:defRPr>
    </a:lvl7pPr>
    <a:lvl8pPr marL="2552639" algn="l" defTabSz="364663" rtl="0" eaLnBrk="1" latinLnBrk="0" hangingPunct="1">
      <a:defRPr sz="957" kern="1200">
        <a:solidFill>
          <a:schemeClr val="tx1"/>
        </a:solidFill>
        <a:latin typeface="+mn-lt"/>
        <a:ea typeface="+mn-ea"/>
        <a:cs typeface="+mn-cs"/>
      </a:defRPr>
    </a:lvl8pPr>
    <a:lvl9pPr marL="2917302" algn="l" defTabSz="364663" rtl="0" eaLnBrk="1" latinLnBrk="0" hangingPunct="1">
      <a:defRPr sz="9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73EE1F06-5BB8-4E7E-9F41-7331F5045D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1363" indent="-284163" defTabSz="965200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1413" indent="-227013" defTabSz="965200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598613" indent="-227013" defTabSz="965200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5813" indent="-227013" defTabSz="965200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3013" indent="-227013" defTabSz="9652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0213" indent="-227013" defTabSz="9652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7413" indent="-227013" defTabSz="9652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4613" indent="-227013" defTabSz="9652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CC0C45-A5D3-4C4D-8D0D-CD68CD5758EA}" type="slidenum">
              <a:rPr lang="en-US" altLang="en-US" sz="1300" smtClean="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A64CD52-8EA3-44DA-9C7C-6A6AA6571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614B2F72-1386-4863-9F41-68DBF17A3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0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69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87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00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C3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5">
            <a:extLst>
              <a:ext uri="{FF2B5EF4-FFF2-40B4-BE49-F238E27FC236}">
                <a16:creationId xmlns:a16="http://schemas.microsoft.com/office/drawing/2014/main" id="{9CFC357A-58D6-47F8-9089-1CEBF8BC953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37490400" cy="24755475"/>
            <a:chOff x="0" y="0"/>
            <a:chExt cx="37490400" cy="24755475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6448CBD9-A2D1-46E8-AA10-48C528CA9FC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374904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28" name="Rectangle 7">
              <a:extLst>
                <a:ext uri="{FF2B5EF4-FFF2-40B4-BE49-F238E27FC236}">
                  <a16:creationId xmlns:a16="http://schemas.microsoft.com/office/drawing/2014/main" id="{7CE76FA4-E628-4A46-BE9F-CE79A7C4168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685800" cy="2468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29" name="Rectangle 23">
              <a:extLst>
                <a:ext uri="{FF2B5EF4-FFF2-40B4-BE49-F238E27FC236}">
                  <a16:creationId xmlns:a16="http://schemas.microsoft.com/office/drawing/2014/main" id="{97130E7C-5353-4354-BE44-72CF0395DC1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804600" y="0"/>
              <a:ext cx="685800" cy="2468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33" name="Rectangle 20">
              <a:extLst>
                <a:ext uri="{FF2B5EF4-FFF2-40B4-BE49-F238E27FC236}">
                  <a16:creationId xmlns:a16="http://schemas.microsoft.com/office/drawing/2014/main" id="{54683566-02D1-4FC5-94C2-42E9B8A0C1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4069675"/>
              <a:ext cx="374904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</p:grpSp>
      <p:sp>
        <p:nvSpPr>
          <p:cNvPr id="1027" name="Rectangle 21">
            <a:extLst>
              <a:ext uri="{FF2B5EF4-FFF2-40B4-BE49-F238E27FC236}">
                <a16:creationId xmlns:a16="http://schemas.microsoft.com/office/drawing/2014/main" id="{29BA7E93-A262-4CD3-A7AB-F95DAB64BC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8" y="24069675"/>
            <a:ext cx="37490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457200" tIns="457200" rIns="457200" bIns="457200">
            <a:spAutoFit/>
          </a:bodyPr>
          <a:lstStyle>
            <a:lvl1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19145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3717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28289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2861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2900"/>
          </a:p>
        </p:txBody>
      </p:sp>
      <p:sp>
        <p:nvSpPr>
          <p:cNvPr id="2" name="Rectangle 36">
            <a:extLst>
              <a:ext uri="{FF2B5EF4-FFF2-40B4-BE49-F238E27FC236}">
                <a16:creationId xmlns:a16="http://schemas.microsoft.com/office/drawing/2014/main" id="{75E1441B-420E-40F4-944E-4EFCCAF5DB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685800"/>
            <a:ext cx="36118800" cy="29146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0ADE2BF4-269F-4E05-A19B-7E79D37AAB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3600450"/>
            <a:ext cx="36118800" cy="133350"/>
          </a:xfrm>
          <a:prstGeom prst="rect">
            <a:avLst/>
          </a:prstGeom>
          <a:solidFill>
            <a:srgbClr val="003767"/>
          </a:solidFill>
          <a:ln>
            <a:noFill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grpSp>
        <p:nvGrpSpPr>
          <p:cNvPr id="1030" name="Group 8">
            <a:extLst>
              <a:ext uri="{FF2B5EF4-FFF2-40B4-BE49-F238E27FC236}">
                <a16:creationId xmlns:a16="http://schemas.microsoft.com/office/drawing/2014/main" id="{2CC2FED5-1B36-4CA2-9C70-459B04D5AE2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69988" y="4062413"/>
            <a:ext cx="35150425" cy="19559587"/>
            <a:chOff x="685801" y="4229101"/>
            <a:chExt cx="36065950" cy="19773900"/>
          </a:xfrm>
        </p:grpSpPr>
        <p:sp>
          <p:nvSpPr>
            <p:cNvPr id="4" name="Rectangle 33">
              <a:extLst>
                <a:ext uri="{FF2B5EF4-FFF2-40B4-BE49-F238E27FC236}">
                  <a16:creationId xmlns:a16="http://schemas.microsoft.com/office/drawing/2014/main" id="{616DA792-D717-41B1-A2CA-802E436C1D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5801" y="4229101"/>
              <a:ext cx="8427659" cy="19773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3767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sz="2175"/>
            </a:p>
          </p:txBody>
        </p:sp>
        <p:sp>
          <p:nvSpPr>
            <p:cNvPr id="5" name="Rectangle 32">
              <a:extLst>
                <a:ext uri="{FF2B5EF4-FFF2-40B4-BE49-F238E27FC236}">
                  <a16:creationId xmlns:a16="http://schemas.microsoft.com/office/drawing/2014/main" id="{37319D18-02A9-4DCC-8F66-EC0A09DA07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753597" y="4229101"/>
              <a:ext cx="8670358" cy="19773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3767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sz="2175"/>
            </a:p>
          </p:txBody>
        </p:sp>
        <p:sp>
          <p:nvSpPr>
            <p:cNvPr id="1034" name="Rectangle 34">
              <a:extLst>
                <a:ext uri="{FF2B5EF4-FFF2-40B4-BE49-F238E27FC236}">
                  <a16:creationId xmlns:a16="http://schemas.microsoft.com/office/drawing/2014/main" id="{6C72D2B4-6871-4764-9B89-28E1BAF196D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065721" y="4229101"/>
              <a:ext cx="8668728" cy="19773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3767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sz="2175"/>
            </a:p>
          </p:txBody>
        </p:sp>
        <p:sp>
          <p:nvSpPr>
            <p:cNvPr id="1035" name="Rectangle 35">
              <a:extLst>
                <a:ext uri="{FF2B5EF4-FFF2-40B4-BE49-F238E27FC236}">
                  <a16:creationId xmlns:a16="http://schemas.microsoft.com/office/drawing/2014/main" id="{CC295B5D-3964-4688-A75A-6FA8728BF41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322463" y="4229101"/>
              <a:ext cx="8429288" cy="19773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3767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9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sz="2175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5pPr>
      <a:lvl6pPr marL="342908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6pPr>
      <a:lvl7pPr marL="685816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7pPr>
      <a:lvl8pPr marL="1028724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8pPr>
      <a:lvl9pPr marL="1371632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554038" indent="-211138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1885994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6pPr>
      <a:lvl7pPr marL="2228902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7pPr>
      <a:lvl8pPr marL="2571810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8pPr>
      <a:lvl9pPr marL="2914718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6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4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2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0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48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56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4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C3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5">
            <a:extLst>
              <a:ext uri="{FF2B5EF4-FFF2-40B4-BE49-F238E27FC236}">
                <a16:creationId xmlns:a16="http://schemas.microsoft.com/office/drawing/2014/main" id="{DB747676-3C86-4483-BA71-45C15F27570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37490400" cy="24755475"/>
            <a:chOff x="0" y="0"/>
            <a:chExt cx="37490400" cy="24755475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A569D886-50DD-409F-9B7D-E3D292B664D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374904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28" name="Rectangle 7">
              <a:extLst>
                <a:ext uri="{FF2B5EF4-FFF2-40B4-BE49-F238E27FC236}">
                  <a16:creationId xmlns:a16="http://schemas.microsoft.com/office/drawing/2014/main" id="{56E66DEB-FF61-4E1B-9AFD-67CE3EF613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685800" cy="2468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29" name="Rectangle 23">
              <a:extLst>
                <a:ext uri="{FF2B5EF4-FFF2-40B4-BE49-F238E27FC236}">
                  <a16:creationId xmlns:a16="http://schemas.microsoft.com/office/drawing/2014/main" id="{B748EAAF-39ED-4BC6-BD25-D19E92D691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804600" y="0"/>
              <a:ext cx="685800" cy="2468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33" name="Rectangle 20">
              <a:extLst>
                <a:ext uri="{FF2B5EF4-FFF2-40B4-BE49-F238E27FC236}">
                  <a16:creationId xmlns:a16="http://schemas.microsoft.com/office/drawing/2014/main" id="{B79FD1C4-43A1-4EEF-8D35-ECA74FD9B53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4069675"/>
              <a:ext cx="374904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</p:grpSp>
      <p:sp>
        <p:nvSpPr>
          <p:cNvPr id="1027" name="Rectangle 21">
            <a:extLst>
              <a:ext uri="{FF2B5EF4-FFF2-40B4-BE49-F238E27FC236}">
                <a16:creationId xmlns:a16="http://schemas.microsoft.com/office/drawing/2014/main" id="{CBB6E22B-E0DB-4D24-B426-5A2086EBD5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8" y="24069675"/>
            <a:ext cx="37490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457200" tIns="457200" rIns="457200" bIns="457200">
            <a:spAutoFit/>
          </a:bodyPr>
          <a:lstStyle>
            <a:lvl1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19145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3717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28289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2861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2900"/>
          </a:p>
        </p:txBody>
      </p:sp>
      <p:sp>
        <p:nvSpPr>
          <p:cNvPr id="2" name="Rectangle 36">
            <a:extLst>
              <a:ext uri="{FF2B5EF4-FFF2-40B4-BE49-F238E27FC236}">
                <a16:creationId xmlns:a16="http://schemas.microsoft.com/office/drawing/2014/main" id="{669FA7A3-7E8D-4715-8904-8002C51CF1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685800"/>
            <a:ext cx="36118800" cy="29146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52C8019-A3B0-42FA-B2D8-10083E48BD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3600450"/>
            <a:ext cx="36118800" cy="133350"/>
          </a:xfrm>
          <a:prstGeom prst="rect">
            <a:avLst/>
          </a:prstGeom>
          <a:solidFill>
            <a:srgbClr val="003767"/>
          </a:solidFill>
          <a:ln>
            <a:noFill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4" name="Rectangle 33">
            <a:extLst>
              <a:ext uri="{FF2B5EF4-FFF2-40B4-BE49-F238E27FC236}">
                <a16:creationId xmlns:a16="http://schemas.microsoft.com/office/drawing/2014/main" id="{7DF4272A-8C3D-462F-98BF-9039E5D815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69988" y="4062413"/>
            <a:ext cx="8213725" cy="195595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156225D0-C62D-44DA-BD49-2C7B0B7F663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07600" y="4062413"/>
            <a:ext cx="8450263" cy="195595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1034" name="Rectangle 34">
            <a:extLst>
              <a:ext uri="{FF2B5EF4-FFF2-40B4-BE49-F238E27FC236}">
                <a16:creationId xmlns:a16="http://schemas.microsoft.com/office/drawing/2014/main" id="{77AFF851-0C6C-42B1-B59D-8A7871A978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083338" y="4062413"/>
            <a:ext cx="17237075" cy="195595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5pPr>
      <a:lvl6pPr marL="342908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6pPr>
      <a:lvl7pPr marL="685816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7pPr>
      <a:lvl8pPr marL="1028724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8pPr>
      <a:lvl9pPr marL="1371632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554038" indent="-211138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1885994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6pPr>
      <a:lvl7pPr marL="2228902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7pPr>
      <a:lvl8pPr marL="2571810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8pPr>
      <a:lvl9pPr marL="2914718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6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4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2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0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48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56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4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C3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5">
            <a:extLst>
              <a:ext uri="{FF2B5EF4-FFF2-40B4-BE49-F238E27FC236}">
                <a16:creationId xmlns:a16="http://schemas.microsoft.com/office/drawing/2014/main" id="{65A28CE9-3F53-4C29-A2E3-32E1DA41786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37490400" cy="24755475"/>
            <a:chOff x="0" y="0"/>
            <a:chExt cx="37490400" cy="24755475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2A66BFD-9B38-4E1E-8F14-33FABD697A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374904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28" name="Rectangle 7">
              <a:extLst>
                <a:ext uri="{FF2B5EF4-FFF2-40B4-BE49-F238E27FC236}">
                  <a16:creationId xmlns:a16="http://schemas.microsoft.com/office/drawing/2014/main" id="{A8ADBBE0-E6FD-4FB0-8738-03413499A2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685800" cy="2468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29" name="Rectangle 23">
              <a:extLst>
                <a:ext uri="{FF2B5EF4-FFF2-40B4-BE49-F238E27FC236}">
                  <a16:creationId xmlns:a16="http://schemas.microsoft.com/office/drawing/2014/main" id="{9A1A6B9B-0ACD-47CE-B4BE-FF6AEA82002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804600" y="0"/>
              <a:ext cx="685800" cy="2468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33" name="Rectangle 20">
              <a:extLst>
                <a:ext uri="{FF2B5EF4-FFF2-40B4-BE49-F238E27FC236}">
                  <a16:creationId xmlns:a16="http://schemas.microsoft.com/office/drawing/2014/main" id="{3948A35B-8E6A-4678-BD63-1FF08E9AA7C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4069675"/>
              <a:ext cx="374904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</p:grpSp>
      <p:sp>
        <p:nvSpPr>
          <p:cNvPr id="1027" name="Rectangle 21">
            <a:extLst>
              <a:ext uri="{FF2B5EF4-FFF2-40B4-BE49-F238E27FC236}">
                <a16:creationId xmlns:a16="http://schemas.microsoft.com/office/drawing/2014/main" id="{0F612476-FD2E-4BC0-BE5B-A37EFEC8A6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8" y="24069675"/>
            <a:ext cx="37490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457200" tIns="457200" rIns="457200" bIns="457200">
            <a:spAutoFit/>
          </a:bodyPr>
          <a:lstStyle>
            <a:lvl1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19145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3717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28289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2861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2900"/>
          </a:p>
        </p:txBody>
      </p:sp>
      <p:sp>
        <p:nvSpPr>
          <p:cNvPr id="2" name="Rectangle 36">
            <a:extLst>
              <a:ext uri="{FF2B5EF4-FFF2-40B4-BE49-F238E27FC236}">
                <a16:creationId xmlns:a16="http://schemas.microsoft.com/office/drawing/2014/main" id="{9CAF8419-D2B2-4011-9943-A77FB370B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685800"/>
            <a:ext cx="36118800" cy="29146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E553EC5B-1A70-427D-B722-81B5A9E016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3600450"/>
            <a:ext cx="36118800" cy="133350"/>
          </a:xfrm>
          <a:prstGeom prst="rect">
            <a:avLst/>
          </a:prstGeom>
          <a:solidFill>
            <a:srgbClr val="003767"/>
          </a:solidFill>
          <a:ln>
            <a:noFill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4" name="Rectangle 33">
            <a:extLst>
              <a:ext uri="{FF2B5EF4-FFF2-40B4-BE49-F238E27FC236}">
                <a16:creationId xmlns:a16="http://schemas.microsoft.com/office/drawing/2014/main" id="{C14403AB-A719-4418-A58B-603A8FD04D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69988" y="4062413"/>
            <a:ext cx="8213725" cy="195595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136293D0-CD2F-4CA7-BB2F-3F0E333561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07600" y="4062413"/>
            <a:ext cx="17524413" cy="195595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1035" name="Rectangle 35">
            <a:extLst>
              <a:ext uri="{FF2B5EF4-FFF2-40B4-BE49-F238E27FC236}">
                <a16:creationId xmlns:a16="http://schemas.microsoft.com/office/drawing/2014/main" id="{2D96B433-2790-4087-B986-7E71326DCF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105100" y="4062413"/>
            <a:ext cx="8215313" cy="195595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5pPr>
      <a:lvl6pPr marL="342908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6pPr>
      <a:lvl7pPr marL="685816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7pPr>
      <a:lvl8pPr marL="1028724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8pPr>
      <a:lvl9pPr marL="1371632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554038" indent="-211138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1885994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6pPr>
      <a:lvl7pPr marL="2228902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7pPr>
      <a:lvl8pPr marL="2571810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8pPr>
      <a:lvl9pPr marL="2914718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6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4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2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0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48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56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4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C3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5">
            <a:extLst>
              <a:ext uri="{FF2B5EF4-FFF2-40B4-BE49-F238E27FC236}">
                <a16:creationId xmlns:a16="http://schemas.microsoft.com/office/drawing/2014/main" id="{8DA7BE78-F53A-43FD-97A5-B7B5770C03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37490400" cy="24755475"/>
            <a:chOff x="0" y="0"/>
            <a:chExt cx="37490400" cy="24755475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33567BB-52DD-4018-8CC1-AFBCB2191EB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374904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28" name="Rectangle 7">
              <a:extLst>
                <a:ext uri="{FF2B5EF4-FFF2-40B4-BE49-F238E27FC236}">
                  <a16:creationId xmlns:a16="http://schemas.microsoft.com/office/drawing/2014/main" id="{3BA72058-2677-4052-9C5E-B4A258C9FE4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685800" cy="2468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29" name="Rectangle 23">
              <a:extLst>
                <a:ext uri="{FF2B5EF4-FFF2-40B4-BE49-F238E27FC236}">
                  <a16:creationId xmlns:a16="http://schemas.microsoft.com/office/drawing/2014/main" id="{06C69123-E4E2-4D2B-BBBC-70C2EC454CF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804600" y="0"/>
              <a:ext cx="685800" cy="2468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  <p:sp>
          <p:nvSpPr>
            <p:cNvPr id="1033" name="Rectangle 20">
              <a:extLst>
                <a:ext uri="{FF2B5EF4-FFF2-40B4-BE49-F238E27FC236}">
                  <a16:creationId xmlns:a16="http://schemas.microsoft.com/office/drawing/2014/main" id="{F0AF7D97-D9E9-4835-B288-D3CCB974AB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4069675"/>
              <a:ext cx="374904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200" tIns="457200" rIns="457200" bIns="457200">
              <a:spAutoFit/>
            </a:bodyPr>
            <a:lstStyle>
              <a:lvl1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defTabSz="4389438"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19145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3717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28289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286125" indent="371475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2900"/>
            </a:p>
          </p:txBody>
        </p:sp>
      </p:grpSp>
      <p:sp>
        <p:nvSpPr>
          <p:cNvPr id="1027" name="Rectangle 21">
            <a:extLst>
              <a:ext uri="{FF2B5EF4-FFF2-40B4-BE49-F238E27FC236}">
                <a16:creationId xmlns:a16="http://schemas.microsoft.com/office/drawing/2014/main" id="{2868E6E4-FCC3-4E02-A30B-33500F165B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8" y="24069675"/>
            <a:ext cx="37490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457200" tIns="457200" rIns="457200" bIns="457200">
            <a:spAutoFit/>
          </a:bodyPr>
          <a:lstStyle>
            <a:lvl1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19145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3717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28289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2861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2900"/>
          </a:p>
        </p:txBody>
      </p:sp>
      <p:sp>
        <p:nvSpPr>
          <p:cNvPr id="2" name="Rectangle 36">
            <a:extLst>
              <a:ext uri="{FF2B5EF4-FFF2-40B4-BE49-F238E27FC236}">
                <a16:creationId xmlns:a16="http://schemas.microsoft.com/office/drawing/2014/main" id="{C511A72C-7B86-4E6D-8E6D-52634BCE7A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685800"/>
            <a:ext cx="36118800" cy="29146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04063A03-401B-4B8E-AF9B-5DDF6F8E89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3600450"/>
            <a:ext cx="36118800" cy="133350"/>
          </a:xfrm>
          <a:prstGeom prst="rect">
            <a:avLst/>
          </a:prstGeom>
          <a:solidFill>
            <a:srgbClr val="003767"/>
          </a:solidFill>
          <a:ln>
            <a:noFill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4" name="Rectangle 33">
            <a:extLst>
              <a:ext uri="{FF2B5EF4-FFF2-40B4-BE49-F238E27FC236}">
                <a16:creationId xmlns:a16="http://schemas.microsoft.com/office/drawing/2014/main" id="{197702E5-AC5D-49CB-B20D-88CE65C905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69988" y="4062413"/>
            <a:ext cx="8213725" cy="195595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E8227DDF-3819-4CBA-812E-17AACB1922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07600" y="4062413"/>
            <a:ext cx="26312813" cy="195595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767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17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2"/>
          </a:solidFill>
          <a:latin typeface="Arial Black" charset="0"/>
          <a:ea typeface="MS PGothic" panose="020B0600070205080204" pitchFamily="34" charset="-128"/>
          <a:cs typeface="ＭＳ Ｐゴシック" charset="0"/>
        </a:defRPr>
      </a:lvl5pPr>
      <a:lvl6pPr marL="342908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6pPr>
      <a:lvl7pPr marL="685816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7pPr>
      <a:lvl8pPr marL="1028724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8pPr>
      <a:lvl9pPr marL="1371632" algn="ctr" rtl="0" fontAlgn="base">
        <a:spcBef>
          <a:spcPct val="0"/>
        </a:spcBef>
        <a:spcAft>
          <a:spcPct val="0"/>
        </a:spcAft>
        <a:defRPr sz="6451">
          <a:solidFill>
            <a:schemeClr val="tx2"/>
          </a:solidFill>
          <a:latin typeface="Arial Black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554038" indent="-211138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1885994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6pPr>
      <a:lvl7pPr marL="2228902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7pPr>
      <a:lvl8pPr marL="2571810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8pPr>
      <a:lvl9pPr marL="2914718" indent="-171454" algn="l" rtl="0" fontAlgn="base">
        <a:spcBef>
          <a:spcPct val="20000"/>
        </a:spcBef>
        <a:spcAft>
          <a:spcPct val="0"/>
        </a:spcAft>
        <a:buChar char="»"/>
        <a:defRPr sz="142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6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4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2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0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48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56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4" algn="l" defTabSz="34290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eg"/><Relationship Id="rId18" Type="http://schemas.openxmlformats.org/officeDocument/2006/relationships/image" Target="../media/image15.jpeg"/><Relationship Id="rId3" Type="http://schemas.openxmlformats.org/officeDocument/2006/relationships/image" Target="../media/image1.jpeg"/><Relationship Id="rId7" Type="http://schemas.openxmlformats.org/officeDocument/2006/relationships/image" Target="../media/image4.jpeg"/><Relationship Id="rId12" Type="http://schemas.openxmlformats.org/officeDocument/2006/relationships/image" Target="../media/image9.png"/><Relationship Id="rId17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11" Type="http://schemas.openxmlformats.org/officeDocument/2006/relationships/image" Target="../media/image8.jpeg"/><Relationship Id="rId5" Type="http://schemas.openxmlformats.org/officeDocument/2006/relationships/image" Target="../media/image2.wmf"/><Relationship Id="rId15" Type="http://schemas.openxmlformats.org/officeDocument/2006/relationships/image" Target="../media/image12.jpe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png"/><Relationship Id="rId1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D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9AADA3D-9433-CB70-EB7E-23100576F4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51"/>
          <a:stretch/>
        </p:blipFill>
        <p:spPr>
          <a:xfrm>
            <a:off x="10436029" y="13711855"/>
            <a:ext cx="6773484" cy="9792845"/>
          </a:xfrm>
          <a:prstGeom prst="rect">
            <a:avLst/>
          </a:prstGeom>
        </p:spPr>
      </p:pic>
      <p:sp>
        <p:nvSpPr>
          <p:cNvPr id="4098" name="Rectangle 5">
            <a:extLst>
              <a:ext uri="{FF2B5EF4-FFF2-40B4-BE49-F238E27FC236}">
                <a16:creationId xmlns:a16="http://schemas.microsoft.com/office/drawing/2014/main" id="{B18CA24D-3279-4989-8575-BDD4A5744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0" y="825500"/>
            <a:ext cx="16459200" cy="1384835"/>
          </a:xfrm>
          <a:prstGeom prst="rect">
            <a:avLst/>
          </a:prstGeom>
          <a:noFill/>
          <a:ln>
            <a:noFill/>
          </a:ln>
        </p:spPr>
        <p:txBody>
          <a:bodyPr lIns="68432" tIns="34211" rIns="68432" bIns="34211" anchor="t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  <a:defRPr/>
            </a:pPr>
            <a:r>
              <a:rPr lang="en-US" altLang="en-US" sz="4950" err="1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SmartStepper</a:t>
            </a:r>
            <a:br>
              <a:rPr lang="en-US" altLang="en-US" sz="4950">
                <a:latin typeface="Tahoma"/>
                <a:ea typeface="MS PGothic"/>
              </a:rPr>
            </a:br>
            <a:r>
              <a:rPr lang="en-US" altLang="en-US" sz="3600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With Biofeedback for Toe-Walkers</a:t>
            </a:r>
            <a:endParaRPr lang="en-US" altLang="en-US" sz="2100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</p:txBody>
      </p:sp>
      <p:sp>
        <p:nvSpPr>
          <p:cNvPr id="12291" name="Text Box 7">
            <a:extLst>
              <a:ext uri="{FF2B5EF4-FFF2-40B4-BE49-F238E27FC236}">
                <a16:creationId xmlns:a16="http://schemas.microsoft.com/office/drawing/2014/main" id="{EFCD2390-482B-418D-BFF8-349DB027B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63" y="4233863"/>
            <a:ext cx="7396162" cy="438150"/>
          </a:xfrm>
          <a:prstGeom prst="rect">
            <a:avLst/>
          </a:prstGeom>
          <a:solidFill>
            <a:srgbClr val="00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450" tIns="34218" rIns="68450" bIns="34218">
            <a:spAutoFit/>
          </a:bodyPr>
          <a:lstStyle>
            <a:lvl1pPr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F8F8F8"/>
                </a:solidFill>
                <a:latin typeface="Verdana" panose="020B0604030504040204" pitchFamily="34" charset="0"/>
              </a:rPr>
              <a:t>Introduction</a:t>
            </a:r>
          </a:p>
        </p:txBody>
      </p:sp>
      <p:sp>
        <p:nvSpPr>
          <p:cNvPr id="12292" name="Text Box 388">
            <a:extLst>
              <a:ext uri="{FF2B5EF4-FFF2-40B4-BE49-F238E27FC236}">
                <a16:creationId xmlns:a16="http://schemas.microsoft.com/office/drawing/2014/main" id="{9EABE9DF-EDB8-4022-8E0A-09D940DB7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333" y="14622137"/>
            <a:ext cx="7362351" cy="438150"/>
          </a:xfrm>
          <a:prstGeom prst="rect">
            <a:avLst/>
          </a:prstGeom>
          <a:solidFill>
            <a:srgbClr val="00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450" tIns="34218" rIns="68450" bIns="34218">
            <a:spAutoFit/>
          </a:bodyPr>
          <a:lstStyle>
            <a:lvl1pPr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F8F8F8"/>
                </a:solidFill>
                <a:latin typeface="Verdana" panose="020B0604030504040204" pitchFamily="34" charset="0"/>
              </a:rPr>
              <a:t>Objectives</a:t>
            </a:r>
          </a:p>
        </p:txBody>
      </p:sp>
      <p:sp>
        <p:nvSpPr>
          <p:cNvPr id="12293" name="Text Box 405">
            <a:extLst>
              <a:ext uri="{FF2B5EF4-FFF2-40B4-BE49-F238E27FC236}">
                <a16:creationId xmlns:a16="http://schemas.microsoft.com/office/drawing/2014/main" id="{39C5ED4B-85EB-45B6-AF43-A8F654299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8288" y="4233863"/>
            <a:ext cx="16683037" cy="438150"/>
          </a:xfrm>
          <a:prstGeom prst="rect">
            <a:avLst/>
          </a:prstGeom>
          <a:solidFill>
            <a:srgbClr val="00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450" tIns="34218" rIns="68450" bIns="34218">
            <a:spAutoFit/>
          </a:bodyPr>
          <a:lstStyle>
            <a:lvl1pPr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F8F8F8"/>
                </a:solidFill>
                <a:latin typeface="Verdana" panose="020B0604030504040204" pitchFamily="34" charset="0"/>
              </a:rPr>
              <a:t>Method</a:t>
            </a:r>
          </a:p>
        </p:txBody>
      </p:sp>
      <p:sp>
        <p:nvSpPr>
          <p:cNvPr id="12295" name="Text Box 478">
            <a:extLst>
              <a:ext uri="{FF2B5EF4-FFF2-40B4-BE49-F238E27FC236}">
                <a16:creationId xmlns:a16="http://schemas.microsoft.com/office/drawing/2014/main" id="{E188F542-5050-4CD7-A6F5-2176F0A6C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06738" y="4229100"/>
            <a:ext cx="7410450" cy="438150"/>
          </a:xfrm>
          <a:prstGeom prst="rect">
            <a:avLst/>
          </a:prstGeom>
          <a:solidFill>
            <a:srgbClr val="00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450" tIns="34218" rIns="68450" bIns="34218">
            <a:spAutoFit/>
          </a:bodyPr>
          <a:lstStyle>
            <a:lvl1pPr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F8F8F8"/>
                </a:solidFill>
                <a:latin typeface="Verdana" panose="020B0604030504040204" pitchFamily="34" charset="0"/>
              </a:rPr>
              <a:t>Conclusions</a:t>
            </a:r>
          </a:p>
        </p:txBody>
      </p:sp>
      <p:graphicFrame>
        <p:nvGraphicFramePr>
          <p:cNvPr id="12296" name="Object 665">
            <a:extLst>
              <a:ext uri="{FF2B5EF4-FFF2-40B4-BE49-F238E27FC236}">
                <a16:creationId xmlns:a16="http://schemas.microsoft.com/office/drawing/2014/main" id="{3B8473AE-C3B0-406E-A7F1-B3FA2F0914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2425" y="1609725"/>
          <a:ext cx="685800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5285" imgH="677109" progId="Equation.DSMT4">
                  <p:embed/>
                </p:oleObj>
              </mc:Choice>
              <mc:Fallback>
                <p:oleObj name="Equation" r:id="rId4" imgW="435285" imgH="677109" progId="Equation.DSMT4">
                  <p:embed/>
                  <p:pic>
                    <p:nvPicPr>
                      <p:cNvPr id="12296" name="Object 665">
                        <a:extLst>
                          <a:ext uri="{FF2B5EF4-FFF2-40B4-BE49-F238E27FC236}">
                            <a16:creationId xmlns:a16="http://schemas.microsoft.com/office/drawing/2014/main" id="{3B8473AE-C3B0-406E-A7F1-B3FA2F0914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1609725"/>
                        <a:ext cx="685800" cy="14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Text Box 3">
            <a:extLst>
              <a:ext uri="{FF2B5EF4-FFF2-40B4-BE49-F238E27FC236}">
                <a16:creationId xmlns:a16="http://schemas.microsoft.com/office/drawing/2014/main" id="{83091911-AFD4-4DFB-B447-8FC8D210C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2226" y="2436817"/>
            <a:ext cx="12142555" cy="102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306" tIns="49654" rIns="99306" bIns="49654" anchor="t">
            <a:spAutoFit/>
          </a:bodyPr>
          <a:lstStyle>
            <a:lvl1pPr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Embedded Systems Engineering Technology</a:t>
            </a:r>
          </a:p>
          <a:p>
            <a:pPr algn="ctr" eaLnBrk="1" hangingPunct="1"/>
            <a:r>
              <a:rPr lang="en-US" altLang="en-US" sz="3000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Cari Blaker, Ismael </a:t>
            </a:r>
            <a:r>
              <a:rPr lang="en-US" altLang="en-US" sz="3000" err="1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Hernandez</a:t>
            </a:r>
            <a:r>
              <a:rPr lang="en-US" sz="300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Hernandez</a:t>
            </a:r>
            <a:r>
              <a:rPr lang="en-US" altLang="en-US" sz="3000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, Zachary Elliott, Ian Gaffney</a:t>
            </a:r>
            <a:endParaRPr lang="en-US" altLang="en-US" sz="3000">
              <a:solidFill>
                <a:srgbClr val="000000"/>
              </a:solidFill>
              <a:latin typeface="Tahoma" panose="020B0604030504040204" pitchFamily="34" charset="0"/>
              <a:cs typeface="Tahoma"/>
            </a:endParaRPr>
          </a:p>
        </p:txBody>
      </p:sp>
      <p:sp>
        <p:nvSpPr>
          <p:cNvPr id="4118" name="Line 702">
            <a:extLst>
              <a:ext uri="{FF2B5EF4-FFF2-40B4-BE49-F238E27FC236}">
                <a16:creationId xmlns:a16="http://schemas.microsoft.com/office/drawing/2014/main" id="{C71DAFFD-E0F6-45BD-BA83-C1E3E821FF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0" y="2286000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342900" tIns="342900" rIns="342900" bIns="342900">
            <a:spAutoFit/>
          </a:bodyPr>
          <a:lstStyle/>
          <a:p>
            <a:pPr>
              <a:defRPr/>
            </a:pPr>
            <a:endParaRPr lang="en-US" sz="1735"/>
          </a:p>
        </p:txBody>
      </p:sp>
      <p:sp>
        <p:nvSpPr>
          <p:cNvPr id="12300" name="Text Box 735">
            <a:extLst>
              <a:ext uri="{FF2B5EF4-FFF2-40B4-BE49-F238E27FC236}">
                <a16:creationId xmlns:a16="http://schemas.microsoft.com/office/drawing/2014/main" id="{AE8D195D-542F-47EF-A8BD-2FC24EB2E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0720050"/>
            <a:ext cx="7410450" cy="438150"/>
          </a:xfrm>
          <a:prstGeom prst="rect">
            <a:avLst/>
          </a:prstGeom>
          <a:solidFill>
            <a:srgbClr val="00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450" tIns="34218" rIns="68450" bIns="34218">
            <a:spAutoFit/>
          </a:bodyPr>
          <a:lstStyle>
            <a:lvl1pPr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F8F8F8"/>
                </a:solidFill>
                <a:latin typeface="Verdana" panose="020B0604030504040204" pitchFamily="34" charset="0"/>
              </a:rPr>
              <a:t>Acknowledgements</a:t>
            </a:r>
          </a:p>
        </p:txBody>
      </p:sp>
      <p:sp>
        <p:nvSpPr>
          <p:cNvPr id="12301" name="Text Box 741">
            <a:extLst>
              <a:ext uri="{FF2B5EF4-FFF2-40B4-BE49-F238E27FC236}">
                <a16:creationId xmlns:a16="http://schemas.microsoft.com/office/drawing/2014/main" id="{F870AC17-49E4-4367-8733-AD4D6C125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6335" y="18727702"/>
            <a:ext cx="7410450" cy="438150"/>
          </a:xfrm>
          <a:prstGeom prst="rect">
            <a:avLst/>
          </a:prstGeom>
          <a:solidFill>
            <a:srgbClr val="00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450" tIns="34218" rIns="68450" bIns="34218" anchor="t">
            <a:spAutoFit/>
          </a:bodyPr>
          <a:lstStyle>
            <a:lvl1pPr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F8F8F8"/>
                </a:solidFill>
                <a:latin typeface="Verdana"/>
                <a:ea typeface="MS PGothic"/>
              </a:rPr>
              <a:t>Next "Steps"</a:t>
            </a:r>
          </a:p>
        </p:txBody>
      </p:sp>
      <p:sp>
        <p:nvSpPr>
          <p:cNvPr id="12304" name="Rectangle 11">
            <a:extLst>
              <a:ext uri="{FF2B5EF4-FFF2-40B4-BE49-F238E27FC236}">
                <a16:creationId xmlns:a16="http://schemas.microsoft.com/office/drawing/2014/main" id="{26220ED0-A105-4D06-B909-4D415E69D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0"/>
            <a:ext cx="5334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tIns="457200" rIns="457200" bIns="457200">
            <a:spAutoFit/>
          </a:bodyPr>
          <a:lstStyle>
            <a:lvl1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defTabSz="4389438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19145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3717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28289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286125" indent="371475" defTabSz="438943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90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0A944EE-1069-25EC-7F67-5F16FFE38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308" y="1257184"/>
            <a:ext cx="5890547" cy="1733811"/>
          </a:xfrm>
          <a:prstGeom prst="rect">
            <a:avLst/>
          </a:prstGeom>
        </p:spPr>
      </p:pic>
      <p:sp>
        <p:nvSpPr>
          <p:cNvPr id="5" name="Text Box 3">
            <a:extLst>
              <a:ext uri="{FF2B5EF4-FFF2-40B4-BE49-F238E27FC236}">
                <a16:creationId xmlns:a16="http://schemas.microsoft.com/office/drawing/2014/main" id="{E9041CD1-9CA8-7FE5-88CA-4C1C6C7BF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103" y="2742454"/>
            <a:ext cx="8056785" cy="59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306" tIns="49654" rIns="99306" bIns="49654" anchor="t">
            <a:spAutoFit/>
          </a:bodyPr>
          <a:lstStyle>
            <a:lvl1pPr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 defTabSz="4387850"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Clr>
                <a:srgbClr val="CC3300"/>
              </a:buClr>
            </a:pPr>
            <a:r>
              <a:rPr lang="en-US" altLang="en-US" sz="3200">
                <a:solidFill>
                  <a:srgbClr val="000000"/>
                </a:solidFill>
                <a:latin typeface="Arial"/>
                <a:ea typeface="MS PGothic"/>
                <a:cs typeface="Arial"/>
              </a:rPr>
              <a:t>May 2024</a:t>
            </a:r>
            <a:endParaRPr lang="en-US" sz="3200"/>
          </a:p>
        </p:txBody>
      </p:sp>
      <p:pic>
        <p:nvPicPr>
          <p:cNvPr id="7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F2E1986C-D031-1FE3-896A-54B7C1C6FD6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4151" t="-1172" r="-3774" b="70288"/>
          <a:stretch/>
        </p:blipFill>
        <p:spPr>
          <a:xfrm>
            <a:off x="8858038" y="787391"/>
            <a:ext cx="2818715" cy="1950570"/>
          </a:xfrm>
          <a:prstGeom prst="rect">
            <a:avLst/>
          </a:prstGeom>
        </p:spPr>
      </p:pic>
      <p:sp>
        <p:nvSpPr>
          <p:cNvPr id="2" name="Text Box 14">
            <a:extLst>
              <a:ext uri="{FF2B5EF4-FFF2-40B4-BE49-F238E27FC236}">
                <a16:creationId xmlns:a16="http://schemas.microsoft.com/office/drawing/2014/main" id="{2D232ACC-5B1A-A7CA-8E61-29ADEE9D7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972" y="4724482"/>
            <a:ext cx="6753628" cy="11872481"/>
          </a:xfrm>
          <a:prstGeom prst="rect">
            <a:avLst/>
          </a:prstGeom>
          <a:noFill/>
          <a:ln>
            <a:noFill/>
          </a:ln>
        </p:spPr>
        <p:txBody>
          <a:bodyPr wrap="square" lIns="342900" tIns="342900" rIns="342900" bIns="342900" anchor="t">
            <a:spAutoFit/>
          </a:bodyPr>
          <a:lstStyle>
            <a:lvl1pPr defTabSz="4389438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389438">
              <a:spcBef>
                <a:spcPct val="20000"/>
              </a:spcBef>
              <a:buChar char="–"/>
              <a:defRPr sz="2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38943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389438">
              <a:spcBef>
                <a:spcPct val="20000"/>
              </a:spcBef>
              <a:buChar char="–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389438">
              <a:spcBef>
                <a:spcPct val="20000"/>
              </a:spcBef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389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389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389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389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en-US" sz="3200" b="1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What is toe-walking?</a:t>
            </a:r>
            <a:endParaRPr lang="en-US" altLang="en-US" sz="3200" b="1">
              <a:solidFill>
                <a:srgbClr val="000000"/>
              </a:solidFill>
              <a:latin typeface="Tahoma" panose="020B0604030504040204" pitchFamily="34" charset="0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 b="1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 b="1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 b="1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 b="1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 b="1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 b="1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 b="1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 b="1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 marL="342900" indent="-342900">
              <a:spcBef>
                <a:spcPct val="0"/>
              </a:spcBef>
              <a:buFont typeface="Arial"/>
              <a:buChar char="•"/>
              <a:defRPr/>
            </a:pPr>
            <a:r>
              <a:rPr lang="en-US" altLang="en-US" sz="3200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Bilateral toe-to-toe gait pattern with no heel strike</a:t>
            </a:r>
          </a:p>
          <a:p>
            <a:pPr marL="342900" indent="-342900">
              <a:spcBef>
                <a:spcPct val="0"/>
              </a:spcBef>
              <a:buFont typeface="Arial"/>
              <a:buChar char="•"/>
              <a:defRPr/>
            </a:pPr>
            <a:r>
              <a:rPr lang="en-US" altLang="en-US" sz="3200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Affects ~5% of the population</a:t>
            </a:r>
          </a:p>
          <a:p>
            <a:pPr marL="342900" indent="-342900">
              <a:spcBef>
                <a:spcPct val="0"/>
              </a:spcBef>
              <a:buFont typeface="Arial"/>
              <a:buChar char="•"/>
              <a:defRPr/>
            </a:pPr>
            <a:r>
              <a:rPr lang="en-US" altLang="en-US" sz="3200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Creates balance and functional limitations</a:t>
            </a: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>
              <a:solidFill>
                <a:srgbClr val="000000"/>
              </a:solidFill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r>
              <a:rPr lang="en-US" altLang="en-US" sz="3200">
                <a:solidFill>
                  <a:srgbClr val="000000"/>
                </a:solidFill>
                <a:latin typeface="Tahoma"/>
                <a:ea typeface="MS PGothic"/>
                <a:cs typeface="Tahoma"/>
              </a:rPr>
              <a:t>The two current solution options—ankle/foot orthotics and surgery—have both proven to be ineffective.</a:t>
            </a:r>
            <a:br>
              <a:rPr lang="en-US" altLang="en-US" sz="3200">
                <a:latin typeface="Tahoma"/>
                <a:ea typeface="MS PGothic"/>
                <a:cs typeface="Tahoma"/>
              </a:rPr>
            </a:br>
            <a:br>
              <a:rPr lang="en-US" altLang="en-US" sz="3200">
                <a:latin typeface="Tahoma" panose="020B0604030504040204" pitchFamily="34" charset="0"/>
                <a:cs typeface="Tahoma"/>
              </a:rPr>
            </a:br>
            <a:endParaRPr lang="en-US" altLang="en-US" sz="3200">
              <a:solidFill>
                <a:srgbClr val="000000"/>
              </a:solidFill>
              <a:latin typeface="Tahoma" panose="020B0604030504040204" pitchFamily="34" charset="0"/>
              <a:cs typeface="Tahoma"/>
            </a:endParaRPr>
          </a:p>
          <a:p>
            <a:pPr marL="342900" indent="-342900">
              <a:spcBef>
                <a:spcPct val="0"/>
              </a:spcBef>
              <a:buFont typeface="Arial"/>
              <a:buChar char="•"/>
              <a:defRPr/>
            </a:pPr>
            <a:endParaRPr lang="en-US" altLang="en-US" sz="3200">
              <a:solidFill>
                <a:srgbClr val="000000"/>
              </a:solidFill>
              <a:latin typeface="Tahoma" panose="020B0604030504040204" pitchFamily="34" charset="0"/>
              <a:cs typeface="Tahoma"/>
            </a:endParaRPr>
          </a:p>
          <a:p>
            <a:pPr marL="342900" indent="-342900">
              <a:spcBef>
                <a:spcPct val="0"/>
              </a:spcBef>
              <a:buFont typeface="Arial"/>
              <a:buChar char="•"/>
              <a:defRPr/>
            </a:pPr>
            <a:endParaRPr lang="en-US" altLang="en-US" sz="2250">
              <a:solidFill>
                <a:srgbClr val="000000"/>
              </a:solidFill>
              <a:latin typeface="Tahoma" panose="020B0604030504040204" pitchFamily="34" charset="0"/>
              <a:cs typeface="Tahoma"/>
            </a:endParaRP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9F8D475E-C313-55B5-9D1F-5699D9CDD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971" y="14746887"/>
            <a:ext cx="7315882" cy="6601807"/>
          </a:xfrm>
          <a:prstGeom prst="rect">
            <a:avLst/>
          </a:prstGeom>
          <a:noFill/>
          <a:ln>
            <a:noFill/>
          </a:ln>
        </p:spPr>
        <p:txBody>
          <a:bodyPr wrap="square" lIns="342900" tIns="342900" rIns="342900" bIns="342900" anchor="t">
            <a:spAutoFit/>
          </a:bodyPr>
          <a:lstStyle>
            <a:lvl1pPr defTabSz="4389438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389438">
              <a:spcBef>
                <a:spcPct val="20000"/>
              </a:spcBef>
              <a:buChar char="–"/>
              <a:defRPr sz="2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38943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389438">
              <a:spcBef>
                <a:spcPct val="20000"/>
              </a:spcBef>
              <a:buChar char="–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389438">
              <a:spcBef>
                <a:spcPct val="20000"/>
              </a:spcBef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389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389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389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389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en-US" sz="3200">
                <a:latin typeface="Tahoma"/>
                <a:ea typeface="MS PGothic"/>
                <a:cs typeface="Tahoma"/>
              </a:rPr>
              <a:t>To help toe-walkers correct their gait and prevent further functional limitations, the </a:t>
            </a:r>
            <a:r>
              <a:rPr lang="en-US" altLang="en-US" sz="3200" err="1">
                <a:latin typeface="Tahoma"/>
                <a:ea typeface="MS PGothic"/>
                <a:cs typeface="Tahoma"/>
              </a:rPr>
              <a:t>SmartStepper</a:t>
            </a:r>
            <a:r>
              <a:rPr lang="en-US" altLang="en-US" sz="3200">
                <a:latin typeface="Tahoma"/>
                <a:ea typeface="MS PGothic"/>
                <a:cs typeface="Tahoma"/>
              </a:rPr>
              <a:t> aims to accomplish these goals:</a:t>
            </a:r>
            <a:endParaRPr lang="en-US" altLang="en-US" sz="3200">
              <a:latin typeface="Tahoma" panose="020B0604030504040204" pitchFamily="34" charset="0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>
              <a:latin typeface="Tahoma"/>
              <a:ea typeface="MS PGothic"/>
              <a:cs typeface="Tahoma"/>
            </a:endParaRPr>
          </a:p>
          <a:p>
            <a:pPr marL="457200" indent="-457200">
              <a:spcBef>
                <a:spcPct val="0"/>
              </a:spcBef>
              <a:buFont typeface="Arial"/>
              <a:buChar char="•"/>
              <a:defRPr/>
            </a:pPr>
            <a:r>
              <a:rPr lang="en-US" altLang="en-US" sz="3200">
                <a:latin typeface="Tahoma"/>
                <a:ea typeface="MS PGothic"/>
                <a:cs typeface="Tahoma"/>
              </a:rPr>
              <a:t>Insoles detect toe- vs. heel-strikes</a:t>
            </a:r>
          </a:p>
          <a:p>
            <a:pPr marL="457200" indent="-457200">
              <a:spcBef>
                <a:spcPct val="0"/>
              </a:spcBef>
              <a:buFont typeface="Arial"/>
              <a:buChar char="•"/>
              <a:defRPr/>
            </a:pPr>
            <a:r>
              <a:rPr lang="en-US" altLang="en-US" sz="3200">
                <a:latin typeface="Tahoma"/>
                <a:ea typeface="MS PGothic"/>
                <a:cs typeface="Tahoma"/>
              </a:rPr>
              <a:t>Provide feedback to correct gait pattern</a:t>
            </a:r>
          </a:p>
          <a:p>
            <a:pPr marL="457200" indent="-457200">
              <a:spcBef>
                <a:spcPct val="0"/>
              </a:spcBef>
              <a:buFont typeface="Arial"/>
              <a:buChar char="•"/>
              <a:defRPr/>
            </a:pPr>
            <a:r>
              <a:rPr lang="en-US" altLang="en-US" sz="3200">
                <a:latin typeface="Tahoma"/>
                <a:ea typeface="MS PGothic"/>
                <a:cs typeface="Tahoma"/>
              </a:rPr>
              <a:t>Camouflage use of the system</a:t>
            </a:r>
          </a:p>
          <a:p>
            <a:pPr marL="457200" indent="-457200">
              <a:spcBef>
                <a:spcPct val="0"/>
              </a:spcBef>
              <a:buFont typeface="Arial"/>
              <a:buChar char="•"/>
              <a:defRPr/>
            </a:pPr>
            <a:r>
              <a:rPr lang="en-US" altLang="en-US" sz="3200">
                <a:latin typeface="Tahoma"/>
                <a:ea typeface="MS PGothic"/>
                <a:cs typeface="Tahoma"/>
              </a:rPr>
              <a:t>Encouragement to heel-strike</a:t>
            </a:r>
          </a:p>
          <a:p>
            <a:pPr marL="457200" indent="-457200">
              <a:spcBef>
                <a:spcPct val="0"/>
              </a:spcBef>
              <a:buFont typeface="Arial"/>
              <a:buChar char="•"/>
              <a:defRPr/>
            </a:pPr>
            <a:endParaRPr lang="en-US" altLang="en-US" sz="3200">
              <a:latin typeface="Tahoma"/>
              <a:ea typeface="MS PGothic"/>
              <a:cs typeface="Tahoma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en-US" sz="3200">
              <a:latin typeface="Tahoma"/>
              <a:ea typeface="MS PGothic"/>
              <a:cs typeface="Tahoma"/>
            </a:endParaRPr>
          </a:p>
        </p:txBody>
      </p:sp>
      <p:pic>
        <p:nvPicPr>
          <p:cNvPr id="12" name="Picture 11" descr="A diagram of a foot and ankle&#10;&#10;Description automatically generated">
            <a:extLst>
              <a:ext uri="{FF2B5EF4-FFF2-40B4-BE49-F238E27FC236}">
                <a16:creationId xmlns:a16="http://schemas.microsoft.com/office/drawing/2014/main" id="{0CEC81A8-3F62-F1B8-8F1B-D2D2378E01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8216" y="5678067"/>
            <a:ext cx="5884303" cy="3628873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A76409-BE05-6114-A22E-EAF2F6F675A4}"/>
              </a:ext>
            </a:extLst>
          </p:cNvPr>
          <p:cNvSpPr txBox="1"/>
          <p:nvPr/>
        </p:nvSpPr>
        <p:spPr>
          <a:xfrm>
            <a:off x="1718038" y="21346783"/>
            <a:ext cx="707052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Tahoma"/>
                <a:ea typeface="MS PGothic"/>
                <a:cs typeface="Tahoma"/>
              </a:rPr>
              <a:t>Thank you to Dr. </a:t>
            </a:r>
            <a:r>
              <a:rPr lang="en-US" sz="3200">
                <a:solidFill>
                  <a:srgbClr val="424242"/>
                </a:solidFill>
                <a:latin typeface="Tahoma"/>
                <a:ea typeface="MS PGothic"/>
                <a:cs typeface="Tahoma"/>
              </a:rPr>
              <a:t>Marybeth Grant-</a:t>
            </a:r>
            <a:r>
              <a:rPr lang="en-US" sz="3200" err="1">
                <a:solidFill>
                  <a:srgbClr val="424242"/>
                </a:solidFill>
                <a:latin typeface="Tahoma"/>
                <a:ea typeface="MS PGothic"/>
                <a:cs typeface="Tahoma"/>
              </a:rPr>
              <a:t>Beuttler</a:t>
            </a:r>
            <a:r>
              <a:rPr lang="en-US" sz="3200">
                <a:solidFill>
                  <a:srgbClr val="424242"/>
                </a:solidFill>
                <a:latin typeface="Tahoma"/>
                <a:ea typeface="MS PGothic"/>
                <a:cs typeface="Tahoma"/>
              </a:rPr>
              <a:t> and </a:t>
            </a:r>
            <a:r>
              <a:rPr lang="en-US" sz="3200">
                <a:solidFill>
                  <a:srgbClr val="434245"/>
                </a:solidFill>
                <a:latin typeface="Tahoma"/>
                <a:ea typeface="MS PGothic"/>
                <a:cs typeface="Tahoma"/>
              </a:rPr>
              <a:t>Prodigy Health Innovations for funding and providing product requirements</a:t>
            </a:r>
            <a:endParaRPr lang="en-US" sz="3200">
              <a:latin typeface="Tahoma"/>
              <a:ea typeface="MS PGothic"/>
              <a:cs typeface="Tahom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B4A760-7625-66BB-378A-CAE14604E2CA}"/>
              </a:ext>
            </a:extLst>
          </p:cNvPr>
          <p:cNvSpPr txBox="1"/>
          <p:nvPr/>
        </p:nvSpPr>
        <p:spPr>
          <a:xfrm>
            <a:off x="28506738" y="19427514"/>
            <a:ext cx="7410450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Tahoma"/>
                <a:ea typeface="Tahoma"/>
                <a:cs typeface="Tahoma"/>
              </a:rPr>
              <a:t>Flexible Lithium Ceramic Battery (FLCB)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Tahoma"/>
                <a:ea typeface="Tahoma"/>
                <a:cs typeface="Tahoma"/>
              </a:rPr>
              <a:t>Further game customization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Tahoma"/>
                <a:ea typeface="Tahoma"/>
                <a:cs typeface="Tahoma"/>
              </a:rPr>
              <a:t>Phone App (iOS &amp; Android)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Tahoma"/>
                <a:ea typeface="Tahoma"/>
                <a:cs typeface="Tahoma"/>
              </a:rPr>
              <a:t>Data collection and testing, to increase reliability and accuracy</a:t>
            </a: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Tahoma"/>
                <a:ea typeface="Tahoma"/>
                <a:cs typeface="Tahoma"/>
              </a:rPr>
              <a:t>Incorporate </a:t>
            </a:r>
            <a:r>
              <a:rPr lang="en-US" sz="2800" err="1">
                <a:latin typeface="Tahoma"/>
                <a:ea typeface="Tahoma"/>
                <a:cs typeface="Tahoma"/>
              </a:rPr>
              <a:t>seeed</a:t>
            </a:r>
            <a:r>
              <a:rPr lang="en-US" sz="2800">
                <a:latin typeface="Tahoma"/>
                <a:ea typeface="Tahoma"/>
                <a:cs typeface="Tahoma"/>
              </a:rPr>
              <a:t> board IMU for market extension beyond toe-walking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Tahoma"/>
                <a:ea typeface="Tahoma"/>
                <a:cs typeface="Tahoma"/>
              </a:rPr>
              <a:t>Comparison with </a:t>
            </a:r>
            <a:r>
              <a:rPr lang="en-US" sz="2800" err="1">
                <a:latin typeface="Tahoma"/>
                <a:ea typeface="Tahoma"/>
                <a:cs typeface="Tahoma"/>
              </a:rPr>
              <a:t>SmartWatch</a:t>
            </a:r>
            <a:r>
              <a:rPr lang="en-US" sz="2800">
                <a:latin typeface="Tahoma"/>
                <a:ea typeface="Tahoma"/>
                <a:cs typeface="Tahoma"/>
              </a:rPr>
              <a:t> pedometer 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7BA1C4-2A47-CA35-E0FF-6622B4DB74A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887" t="4601" r="9235" b="343"/>
          <a:stretch/>
        </p:blipFill>
        <p:spPr>
          <a:xfrm>
            <a:off x="20441795" y="4696961"/>
            <a:ext cx="7018031" cy="46009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DF461F-D52E-33A7-3B6A-2AA7F3C39BBF}"/>
              </a:ext>
            </a:extLst>
          </p:cNvPr>
          <p:cNvSpPr txBox="1"/>
          <p:nvPr/>
        </p:nvSpPr>
        <p:spPr>
          <a:xfrm>
            <a:off x="28498028" y="5003951"/>
            <a:ext cx="7410450" cy="64940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>
                <a:latin typeface="Tahoma"/>
                <a:ea typeface="Tahoma"/>
                <a:cs typeface="Tahoma"/>
              </a:rPr>
              <a:t>The </a:t>
            </a:r>
            <a:r>
              <a:rPr lang="en-US" sz="3200" err="1">
                <a:latin typeface="Tahoma"/>
                <a:ea typeface="Tahoma"/>
                <a:cs typeface="Tahoma"/>
              </a:rPr>
              <a:t>SmartStepper</a:t>
            </a:r>
            <a:r>
              <a:rPr lang="en-US" sz="3200">
                <a:latin typeface="Tahoma"/>
                <a:ea typeface="Tahoma"/>
                <a:cs typeface="Tahoma"/>
              </a:rPr>
              <a:t> achieved all of its objectives. The main improvements that could be made:</a:t>
            </a:r>
            <a:endParaRPr lang="en-US"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3200">
              <a:latin typeface="Tahoma"/>
              <a:ea typeface="Tahoma"/>
              <a:cs typeface="Tahoma"/>
            </a:endParaRP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Tahoma"/>
                <a:cs typeface="Tahoma"/>
              </a:rPr>
              <a:t>Data collection is the biggest hurdle for ensuring accuracy of sensor input. Without long-term testing, high accuracy of step detection is out of range.</a:t>
            </a:r>
            <a:endParaRPr lang="en-US"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Tahoma"/>
                <a:cs typeface="Tahoma"/>
              </a:rPr>
              <a:t>The current game is "Flappy Bird," which may not be marketable</a:t>
            </a:r>
            <a:endParaRPr lang="en-US"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F10B6FF-AA06-422A-4A76-837C42A69B4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3405" b="8333"/>
          <a:stretch/>
        </p:blipFill>
        <p:spPr>
          <a:xfrm>
            <a:off x="10515600" y="6957266"/>
            <a:ext cx="8405178" cy="35537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B4EDA8-782E-9755-8397-C9C0F0C3C645}"/>
              </a:ext>
            </a:extLst>
          </p:cNvPr>
          <p:cNvSpPr txBox="1"/>
          <p:nvPr/>
        </p:nvSpPr>
        <p:spPr>
          <a:xfrm>
            <a:off x="10426434" y="5037770"/>
            <a:ext cx="1054721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ahoma"/>
                <a:ea typeface="MS PGothic"/>
                <a:cs typeface="Arial"/>
              </a:rPr>
              <a:t>Two custom 3D-printed TPU insoles each house:</a:t>
            </a:r>
            <a:endParaRPr lang="en-US" sz="3200" b="1">
              <a:latin typeface="Tahoma"/>
              <a:cs typeface="Arial"/>
            </a:endParaRP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One </a:t>
            </a:r>
            <a:r>
              <a:rPr lang="en-US" sz="3200" err="1">
                <a:latin typeface="Tahoma"/>
                <a:ea typeface="MS PGothic"/>
                <a:cs typeface="Arial"/>
              </a:rPr>
              <a:t>seeed</a:t>
            </a:r>
            <a:r>
              <a:rPr lang="en-US" sz="3200">
                <a:latin typeface="Tahoma"/>
                <a:ea typeface="MS PGothic"/>
                <a:cs typeface="Arial"/>
              </a:rPr>
              <a:t> board microcontroller</a:t>
            </a:r>
            <a:endParaRPr lang="en-US" sz="3200">
              <a:latin typeface="Tahoma"/>
              <a:cs typeface="Arial"/>
            </a:endParaRP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Four piezoelectric sensors</a:t>
            </a:r>
            <a:endParaRPr lang="en-US" sz="3200">
              <a:latin typeface="Tahoma"/>
              <a:cs typeface="Arial"/>
            </a:endParaRP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A rechargeable battery </a:t>
            </a: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A haptic vibrator</a:t>
            </a:r>
          </a:p>
          <a:p>
            <a:pPr marL="571500" indent="-571500">
              <a:buFont typeface="Arial"/>
              <a:buChar char="•"/>
            </a:pPr>
            <a:endParaRPr lang="en-US" sz="3200">
              <a:latin typeface="Tahoma"/>
              <a:cs typeface="Arial"/>
            </a:endParaRPr>
          </a:p>
          <a:p>
            <a:endParaRPr lang="en-US" sz="3200" b="1">
              <a:latin typeface="Tahoma"/>
              <a:cs typeface="Arial"/>
            </a:endParaRPr>
          </a:p>
          <a:p>
            <a:endParaRPr lang="en-US" sz="3200">
              <a:latin typeface="Tahoma"/>
              <a:cs typeface="Arial"/>
            </a:endParaRPr>
          </a:p>
          <a:p>
            <a:endParaRPr lang="en-US" sz="3200" b="1">
              <a:latin typeface="Tahoma"/>
              <a:cs typeface="Arial"/>
            </a:endParaRPr>
          </a:p>
        </p:txBody>
      </p:sp>
      <p:pic>
        <p:nvPicPr>
          <p:cNvPr id="22" name="Picture 21" descr="A circuit board with wires and wires&#10;&#10;Description automatically generated">
            <a:extLst>
              <a:ext uri="{FF2B5EF4-FFF2-40B4-BE49-F238E27FC236}">
                <a16:creationId xmlns:a16="http://schemas.microsoft.com/office/drawing/2014/main" id="{BD6E9A4A-DAA1-E56D-395B-DDB18C4401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22132061" y="9255584"/>
            <a:ext cx="3807468" cy="5105414"/>
          </a:xfrm>
          <a:prstGeom prst="rect">
            <a:avLst/>
          </a:prstGeom>
        </p:spPr>
      </p:pic>
      <p:pic>
        <p:nvPicPr>
          <p:cNvPr id="23" name="Picture 22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1CDE86AC-38D9-4928-AAC8-552F3BAE42D4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8171" t="8872" r="8560" b="10148"/>
          <a:stretch/>
        </p:blipFill>
        <p:spPr>
          <a:xfrm>
            <a:off x="34025428" y="707304"/>
            <a:ext cx="2764782" cy="2572735"/>
          </a:xfrm>
          <a:prstGeom prst="rect">
            <a:avLst/>
          </a:prstGeom>
        </p:spPr>
      </p:pic>
      <p:pic>
        <p:nvPicPr>
          <p:cNvPr id="24" name="Picture 2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5FDE99C3-974F-B6FA-2B24-2AC8CAFD4F30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30452" t="44050" r="31041" b="11601"/>
          <a:stretch/>
        </p:blipFill>
        <p:spPr>
          <a:xfrm>
            <a:off x="25326779" y="758234"/>
            <a:ext cx="2533971" cy="253016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3B05321-DD4B-88B3-E754-04A7CD696CDA}"/>
              </a:ext>
            </a:extLst>
          </p:cNvPr>
          <p:cNvSpPr txBox="1"/>
          <p:nvPr/>
        </p:nvSpPr>
        <p:spPr>
          <a:xfrm>
            <a:off x="10432189" y="11057802"/>
            <a:ext cx="10438577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ahoma"/>
                <a:ea typeface="MS PGothic"/>
                <a:cs typeface="Arial"/>
              </a:rPr>
              <a:t>The microcontrollers:</a:t>
            </a: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Process sensor input as "good"/"bad" steps</a:t>
            </a: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activate the haptic vibrator in real-time response to "bad" steps</a:t>
            </a:r>
            <a:endParaRPr lang="en-US">
              <a:ea typeface="MS PGothic"/>
            </a:endParaRP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Transmit step information via Bluetooth LE to a Bangle.JS 2.0 </a:t>
            </a:r>
            <a:r>
              <a:rPr lang="en-US" sz="3200" err="1">
                <a:latin typeface="Tahoma"/>
                <a:ea typeface="MS PGothic"/>
                <a:cs typeface="Arial"/>
              </a:rPr>
              <a:t>SmartWatch</a:t>
            </a:r>
            <a:endParaRPr lang="en-US" sz="3200">
              <a:latin typeface="Tahoma"/>
              <a:ea typeface="MS PGothic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02A90D-418E-2C0B-B60E-F0B0073D254C}"/>
              </a:ext>
            </a:extLst>
          </p:cNvPr>
          <p:cNvSpPr txBox="1"/>
          <p:nvPr/>
        </p:nvSpPr>
        <p:spPr>
          <a:xfrm>
            <a:off x="17321612" y="14790544"/>
            <a:ext cx="9836345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ahoma"/>
                <a:ea typeface="MS PGothic"/>
                <a:cs typeface="Arial"/>
              </a:rPr>
              <a:t>The custom </a:t>
            </a:r>
            <a:r>
              <a:rPr lang="en-US" sz="3200" b="1" err="1">
                <a:latin typeface="Tahoma"/>
                <a:ea typeface="MS PGothic"/>
                <a:cs typeface="Arial"/>
              </a:rPr>
              <a:t>SmartWatch</a:t>
            </a:r>
            <a:r>
              <a:rPr lang="en-US" sz="3200" b="1">
                <a:latin typeface="Tahoma"/>
                <a:ea typeface="MS PGothic"/>
                <a:cs typeface="Arial"/>
              </a:rPr>
              <a:t> operating system:</a:t>
            </a: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Displays a graph of the week's good/bad steps (with semi-live updates)</a:t>
            </a:r>
          </a:p>
          <a:p>
            <a:pPr marL="571500" indent="-571500">
              <a:buFont typeface="Arial"/>
              <a:buChar char="•"/>
            </a:pPr>
            <a:r>
              <a:rPr lang="en-US" sz="3200">
                <a:latin typeface="Tahoma"/>
                <a:ea typeface="MS PGothic"/>
                <a:cs typeface="Arial"/>
              </a:rPr>
              <a:t>Provides a game to encourage improvement and practice, by allowing extra "lives" for more steps/better ratios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B1A789E-305F-29C5-1E66-B683C9856982}"/>
              </a:ext>
            </a:extLst>
          </p:cNvPr>
          <p:cNvGrpSpPr/>
          <p:nvPr/>
        </p:nvGrpSpPr>
        <p:grpSpPr>
          <a:xfrm>
            <a:off x="28109659" y="700681"/>
            <a:ext cx="2886732" cy="2954608"/>
            <a:chOff x="27269527" y="708816"/>
            <a:chExt cx="2886732" cy="29546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F2F9666-8C21-9334-C7C2-F2F15BEC0D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282" t="37139" r="24422" b="36569"/>
            <a:stretch/>
          </p:blipFill>
          <p:spPr bwMode="auto">
            <a:xfrm>
              <a:off x="27269527" y="708816"/>
              <a:ext cx="2886732" cy="27384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2046B1-7E9D-550C-7D97-4D16807F10EB}"/>
                </a:ext>
              </a:extLst>
            </p:cNvPr>
            <p:cNvSpPr txBox="1"/>
            <p:nvPr/>
          </p:nvSpPr>
          <p:spPr>
            <a:xfrm>
              <a:off x="27515535" y="3217148"/>
              <a:ext cx="1797753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Ismael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E9802D4-13EF-E859-4356-8938B99A65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821901" y="18052197"/>
            <a:ext cx="4169644" cy="5096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4B018A-F84E-23F9-A8CC-0DA764E20E13}"/>
              </a:ext>
            </a:extLst>
          </p:cNvPr>
          <p:cNvSpPr txBox="1"/>
          <p:nvPr/>
        </p:nvSpPr>
        <p:spPr>
          <a:xfrm>
            <a:off x="34141695" y="3211543"/>
            <a:ext cx="1269999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arrow"/>
                <a:ea typeface="MS PGothic"/>
              </a:rPr>
              <a:t>Ian</a:t>
            </a:r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7A8983-9DC8-B055-E3D1-BA9AEE9B760B}"/>
              </a:ext>
            </a:extLst>
          </p:cNvPr>
          <p:cNvSpPr txBox="1"/>
          <p:nvPr/>
        </p:nvSpPr>
        <p:spPr>
          <a:xfrm>
            <a:off x="25441317" y="3211543"/>
            <a:ext cx="1269999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arrow"/>
                <a:ea typeface="MS PGothic"/>
              </a:rPr>
              <a:t>Cari</a:t>
            </a:r>
            <a:endParaRPr lang="en-US"/>
          </a:p>
        </p:txBody>
      </p:sp>
      <p:pic>
        <p:nvPicPr>
          <p:cNvPr id="17" name="Picture 16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3F718180-442E-6217-D63C-22D462DA8F0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209737" y="758763"/>
            <a:ext cx="2510397" cy="26360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D15D32-AC65-D4C7-BAAE-4AF42A044304}"/>
              </a:ext>
            </a:extLst>
          </p:cNvPr>
          <p:cNvSpPr txBox="1"/>
          <p:nvPr/>
        </p:nvSpPr>
        <p:spPr>
          <a:xfrm>
            <a:off x="31290689" y="3237421"/>
            <a:ext cx="1269999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arrow"/>
                <a:ea typeface="MS PGothic"/>
              </a:rPr>
              <a:t>Zach</a:t>
            </a:r>
            <a:endParaRPr lang="en-US" sz="1800"/>
          </a:p>
        </p:txBody>
      </p:sp>
      <p:pic>
        <p:nvPicPr>
          <p:cNvPr id="31" name="Picture 30" descr="A blue device with two round circles and wires&#10;&#10;Description automatically generated">
            <a:extLst>
              <a:ext uri="{FF2B5EF4-FFF2-40B4-BE49-F238E27FC236}">
                <a16:creationId xmlns:a16="http://schemas.microsoft.com/office/drawing/2014/main" id="{4A05945E-90F6-7FBA-1DF1-AB4A7907F39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020915" y="10507664"/>
            <a:ext cx="2906611" cy="7957337"/>
          </a:xfrm>
          <a:prstGeom prst="rect">
            <a:avLst/>
          </a:prstGeom>
        </p:spPr>
      </p:pic>
      <p:pic>
        <p:nvPicPr>
          <p:cNvPr id="32" name="Picture 31" descr="A blue plastic object with wires and wires&#10;&#10;Description automatically generated">
            <a:extLst>
              <a:ext uri="{FF2B5EF4-FFF2-40B4-BE49-F238E27FC236}">
                <a16:creationId xmlns:a16="http://schemas.microsoft.com/office/drawing/2014/main" id="{4954620B-862F-FB22-6501-F1912456286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06046" y="10507664"/>
            <a:ext cx="3410919" cy="795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05A14B7-B1D1-B7B6-3370-83EB192204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425117" y="18184016"/>
            <a:ext cx="4552338" cy="50904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0">
      <a:dk1>
        <a:srgbClr val="003000"/>
      </a:dk1>
      <a:lt1>
        <a:srgbClr val="9FCF9F"/>
      </a:lt1>
      <a:dk2>
        <a:srgbClr val="000000"/>
      </a:dk2>
      <a:lt2>
        <a:srgbClr val="808080"/>
      </a:lt2>
      <a:accent1>
        <a:srgbClr val="FFFFFF"/>
      </a:accent1>
      <a:accent2>
        <a:srgbClr val="006730"/>
      </a:accent2>
      <a:accent3>
        <a:srgbClr val="CDE4CD"/>
      </a:accent3>
      <a:accent4>
        <a:srgbClr val="002700"/>
      </a:accent4>
      <a:accent5>
        <a:srgbClr val="FFFFFF"/>
      </a:accent5>
      <a:accent6>
        <a:srgbClr val="005D2A"/>
      </a:accent6>
      <a:hlink>
        <a:srgbClr val="028418"/>
      </a:hlink>
      <a:folHlink>
        <a:srgbClr val="660066"/>
      </a:folHlink>
    </a:clrScheme>
    <a:fontScheme name="Custom Design">
      <a:majorFont>
        <a:latin typeface="Arial Black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  <a:ea typeface="ＭＳ Ｐゴシック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2336"/>
        </a:dk1>
        <a:lt1>
          <a:srgbClr val="FF0909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FD9B39"/>
        </a:accent2>
        <a:accent3>
          <a:srgbClr val="FFAAAA"/>
        </a:accent3>
        <a:accent4>
          <a:srgbClr val="001C2D"/>
        </a:accent4>
        <a:accent5>
          <a:srgbClr val="FFFFFF"/>
        </a:accent5>
        <a:accent6>
          <a:srgbClr val="E58C3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ustom Design">
  <a:themeElements>
    <a:clrScheme name="Custom Design 10">
      <a:dk1>
        <a:srgbClr val="003000"/>
      </a:dk1>
      <a:lt1>
        <a:srgbClr val="9FCF9F"/>
      </a:lt1>
      <a:dk2>
        <a:srgbClr val="000000"/>
      </a:dk2>
      <a:lt2>
        <a:srgbClr val="808080"/>
      </a:lt2>
      <a:accent1>
        <a:srgbClr val="FFFFFF"/>
      </a:accent1>
      <a:accent2>
        <a:srgbClr val="006730"/>
      </a:accent2>
      <a:accent3>
        <a:srgbClr val="CDE4CD"/>
      </a:accent3>
      <a:accent4>
        <a:srgbClr val="002700"/>
      </a:accent4>
      <a:accent5>
        <a:srgbClr val="FFFFFF"/>
      </a:accent5>
      <a:accent6>
        <a:srgbClr val="005D2A"/>
      </a:accent6>
      <a:hlink>
        <a:srgbClr val="028418"/>
      </a:hlink>
      <a:folHlink>
        <a:srgbClr val="660066"/>
      </a:folHlink>
    </a:clrScheme>
    <a:fontScheme name="Custom Design">
      <a:majorFont>
        <a:latin typeface="Arial Black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  <a:ea typeface="ＭＳ Ｐゴシック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2336"/>
        </a:dk1>
        <a:lt1>
          <a:srgbClr val="FF0909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FD9B39"/>
        </a:accent2>
        <a:accent3>
          <a:srgbClr val="FFAAAA"/>
        </a:accent3>
        <a:accent4>
          <a:srgbClr val="001C2D"/>
        </a:accent4>
        <a:accent5>
          <a:srgbClr val="FFFFFF"/>
        </a:accent5>
        <a:accent6>
          <a:srgbClr val="E58C3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ustom Design">
  <a:themeElements>
    <a:clrScheme name="Custom Design 10">
      <a:dk1>
        <a:srgbClr val="003000"/>
      </a:dk1>
      <a:lt1>
        <a:srgbClr val="9FCF9F"/>
      </a:lt1>
      <a:dk2>
        <a:srgbClr val="000000"/>
      </a:dk2>
      <a:lt2>
        <a:srgbClr val="808080"/>
      </a:lt2>
      <a:accent1>
        <a:srgbClr val="FFFFFF"/>
      </a:accent1>
      <a:accent2>
        <a:srgbClr val="006730"/>
      </a:accent2>
      <a:accent3>
        <a:srgbClr val="CDE4CD"/>
      </a:accent3>
      <a:accent4>
        <a:srgbClr val="002700"/>
      </a:accent4>
      <a:accent5>
        <a:srgbClr val="FFFFFF"/>
      </a:accent5>
      <a:accent6>
        <a:srgbClr val="005D2A"/>
      </a:accent6>
      <a:hlink>
        <a:srgbClr val="028418"/>
      </a:hlink>
      <a:folHlink>
        <a:srgbClr val="660066"/>
      </a:folHlink>
    </a:clrScheme>
    <a:fontScheme name="Custom Design">
      <a:majorFont>
        <a:latin typeface="Arial Black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  <a:ea typeface="ＭＳ Ｐゴシック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2336"/>
        </a:dk1>
        <a:lt1>
          <a:srgbClr val="FF0909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FD9B39"/>
        </a:accent2>
        <a:accent3>
          <a:srgbClr val="FFAAAA"/>
        </a:accent3>
        <a:accent4>
          <a:srgbClr val="001C2D"/>
        </a:accent4>
        <a:accent5>
          <a:srgbClr val="FFFFFF"/>
        </a:accent5>
        <a:accent6>
          <a:srgbClr val="E58C3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Custom Design">
  <a:themeElements>
    <a:clrScheme name="Custom Design 10">
      <a:dk1>
        <a:srgbClr val="003000"/>
      </a:dk1>
      <a:lt1>
        <a:srgbClr val="9FCF9F"/>
      </a:lt1>
      <a:dk2>
        <a:srgbClr val="000000"/>
      </a:dk2>
      <a:lt2>
        <a:srgbClr val="808080"/>
      </a:lt2>
      <a:accent1>
        <a:srgbClr val="FFFFFF"/>
      </a:accent1>
      <a:accent2>
        <a:srgbClr val="006730"/>
      </a:accent2>
      <a:accent3>
        <a:srgbClr val="CDE4CD"/>
      </a:accent3>
      <a:accent4>
        <a:srgbClr val="002700"/>
      </a:accent4>
      <a:accent5>
        <a:srgbClr val="FFFFFF"/>
      </a:accent5>
      <a:accent6>
        <a:srgbClr val="005D2A"/>
      </a:accent6>
      <a:hlink>
        <a:srgbClr val="028418"/>
      </a:hlink>
      <a:folHlink>
        <a:srgbClr val="660066"/>
      </a:folHlink>
    </a:clrScheme>
    <a:fontScheme name="Custom Design">
      <a:majorFont>
        <a:latin typeface="Arial Black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  <a:ea typeface="ＭＳ Ｐゴシック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2336"/>
        </a:dk1>
        <a:lt1>
          <a:srgbClr val="FF0909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FD9B39"/>
        </a:accent2>
        <a:accent3>
          <a:srgbClr val="FFAAAA"/>
        </a:accent3>
        <a:accent4>
          <a:srgbClr val="001C2D"/>
        </a:accent4>
        <a:accent5>
          <a:srgbClr val="FFFFFF"/>
        </a:accent5>
        <a:accent6>
          <a:srgbClr val="E58C3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4171bb0-eea0-40d6-b9c4-2e77510cc66c">
      <UserInfo>
        <DisplayName>Kristin Whitman</DisplayName>
        <AccountId>12</AccountId>
        <AccountType/>
      </UserInfo>
      <UserInfo>
        <DisplayName>Hugh Jarrard</DisplayName>
        <AccountId>130</AccountId>
        <AccountType/>
      </UserInfo>
    </SharedWithUsers>
    <_activity xmlns="fd561578-a621-4980-999f-96a8e465b57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4409E916C3884F8F4B1D7114DE67F5" ma:contentTypeVersion="17" ma:contentTypeDescription="Create a new document." ma:contentTypeScope="" ma:versionID="de878c4dae3fed374e3bddb5beb68eae">
  <xsd:schema xmlns:xsd="http://www.w3.org/2001/XMLSchema" xmlns:xs="http://www.w3.org/2001/XMLSchema" xmlns:p="http://schemas.microsoft.com/office/2006/metadata/properties" xmlns:ns3="fd561578-a621-4980-999f-96a8e465b57f" xmlns:ns4="74171bb0-eea0-40d6-b9c4-2e77510cc66c" targetNamespace="http://schemas.microsoft.com/office/2006/metadata/properties" ma:root="true" ma:fieldsID="ccf130e550ed11f84176d5d2463e34fb" ns3:_="" ns4:_="">
    <xsd:import namespace="fd561578-a621-4980-999f-96a8e465b57f"/>
    <xsd:import namespace="74171bb0-eea0-40d6-b9c4-2e77510cc6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561578-a621-4980-999f-96a8e465b5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171bb0-eea0-40d6-b9c4-2e77510cc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443D2B-F4ED-4DB9-B84B-012C65133099}">
  <ds:schemaRefs>
    <ds:schemaRef ds:uri="74171bb0-eea0-40d6-b9c4-2e77510cc66c"/>
    <ds:schemaRef ds:uri="fd561578-a621-4980-999f-96a8e465b57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76988CE-8A63-4D85-99E4-35748E696553}">
  <ds:schemaRefs>
    <ds:schemaRef ds:uri="74171bb0-eea0-40d6-b9c4-2e77510cc66c"/>
    <ds:schemaRef ds:uri="fd561578-a621-4980-999f-96a8e465b57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BE41612-FC35-4882-86C6-B530770E96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Custom Design</vt:lpstr>
      <vt:lpstr>2_Custom Design</vt:lpstr>
      <vt:lpstr>1_Custom Design</vt:lpstr>
      <vt:lpstr>3_Custom Design</vt:lpstr>
      <vt:lpstr>PowerPoint Presentation</vt:lpstr>
    </vt:vector>
  </TitlesOfParts>
  <Company>www.PosterPresentations.com</Company>
  <LinksUpToDate>false</LinksUpToDate>
  <SharedDoc>false</SharedDoc>
  <HyperlinkBase>http://www.posterpresentations.com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48x36 Trifold Poster Template</dc:title>
  <dc:subject>Free PowerPoint poster templates</dc:subject>
  <dc:creator>A. Kotoulas</dc:creator>
  <cp:keywords>poster presentation, poster design, poster template</cp:keywords>
  <dc:description>Non-authorized printing of this poster template by any commercial printing service other than PosterPresentations.com is strictly prohibited._x000d_
Non-profit educational printing centers are exempt._x000d_
To obtain printing authorization call:_x000d_
1.866.649.3004_x000d_
_x000d_
© 2007 Canterbury Media Services, Inc</dc:description>
  <cp:revision>4</cp:revision>
  <dcterms:created xsi:type="dcterms:W3CDTF">2005-05-18T01:24:28Z</dcterms:created>
  <dcterms:modified xsi:type="dcterms:W3CDTF">2024-06-20T20:54:12Z</dcterms:modified>
  <cp:category>Powerpoint poster templates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0x010100534409E916C3884F8F4B1D7114DE67F5</vt:lpwstr>
  </property>
  <property fmtid="{D5CDD505-2E9C-101B-9397-08002B2CF9AE}" pid="3" name="_ip_UnifiedCompliancePolicyUIAction">
    <vt:lpwstr/>
  </property>
  <property fmtid="{D5CDD505-2E9C-101B-9397-08002B2CF9AE}" pid="4" name="_ip_UnifiedCompliancePolicyProperties">
    <vt:lpwstr/>
  </property>
  <property fmtid="{D5CDD505-2E9C-101B-9397-08002B2CF9AE}" pid="5" name="MediaServiceImageTags">
    <vt:lpwstr/>
  </property>
</Properties>
</file>